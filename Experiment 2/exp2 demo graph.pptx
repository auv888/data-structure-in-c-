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79" y="33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C2899-FA5C-C51B-0535-FB7445CAE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83406F-139B-C752-8FE6-F5DF71548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E131E-037F-272C-23C9-33AD46DB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9920DE-231C-B5B7-F0C6-A54904B0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E6F58-4B97-4EB0-DB7A-F270E6C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69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04EF1-6BCF-857B-A35E-779D5048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3D8A5-8840-1312-670B-01ED0662A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25D8D-AF5E-BC4A-470D-87C49710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2CA35F-1AE2-A2BE-36A6-FFB2888E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B5B00-1B16-6FCB-D115-C8BB4664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EA7AD-2390-5009-C11D-3CA723B5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23C944-50CB-5AE0-4F1B-F5D65B11C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230BC-242B-E638-75A0-13E3CB80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F9DCB-0BE1-D290-7567-F0D72D3BE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66CCA1-9DED-81AC-3708-B30BA472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00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50B4E-9EDC-381E-05BD-5C2772FA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267C2A-ACFC-1F84-2F9D-461B520A1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AE5DCB-37BB-2A0E-240F-4D5F82735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3A0402-1762-EE20-9B8A-E58F3FEC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8DDEA4-F3C1-EFDC-8CCB-8489B98C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E00F1D-C607-0C66-C828-460421E0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50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93E3E-2590-BB35-0FF7-F3061233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0DA49E-F995-CFC6-A8B8-3B00DE45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758D97-3787-9387-CDBA-59029DD41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6688A8-1523-8099-16CD-24ABBFCAD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413F6A-D968-7926-1420-34BCCF7B2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40D6DF-DB36-8B11-8666-7F79EDD6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4F2CDA-EED0-C5F2-E1D4-063763C8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DACE8C-2F3C-4760-ED51-C85A3CF9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628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39BEE-0A18-F85A-2810-5F39E97EC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538ABA-0E2C-D3E0-855B-58458940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4F416B-BB02-BC96-CD2E-8117BB0B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301A6A-F7D0-6BC0-10A1-A08BB624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15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F78EC4-361B-4437-52CF-731F2BE0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749937-E03B-CB88-7617-11326B96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097B6-7D22-ED73-49D7-5F1C3FA5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02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364E7-4A9C-B931-F551-F443DC7A1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22886C-3F06-2F64-19C8-FA114057E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B90CE2-2149-9688-EE44-0EC29F61D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15117-0724-84A6-035B-F0547F63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ACFB3B-1F86-274E-E02A-400DD62C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B47C75-8AE3-62DA-A6FB-1B0D53F7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53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738DF-61D3-CFD2-641E-20E6BF6A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E1A85A-F8C6-816B-48B7-2DFED5E28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6E5FF5-CAD7-4CB2-9AA6-F85EACDAE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AA149B-4363-8C07-0FD0-1A936880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1F8E4D-3F4F-B206-3279-125ADE33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C844B2-215F-FBEF-6D82-F4548F01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31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0B388-78E9-BC5F-40CB-0BF862D8B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DDCF69-D0C5-D0C2-0578-686FB8D0F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DEFCC4-4A5D-76A7-A6EE-6185F38F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4DC44-AFC8-4D17-2ECA-EED79921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AA36BE-F685-0A65-169B-1EEEB8B3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6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8025F2-DF59-4EF0-4F26-4310BEA20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4A77B-E446-8536-5785-54CF89691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B5708-D031-BEB8-29EC-FF6DDCBF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E8F5A-5BB9-A775-F663-FCC5ABBC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A5CF4-DA22-D64D-DA11-317BD747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17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9D3810-237B-1994-F0EC-4890DD40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CCBC55-C029-A403-78A0-F708947E6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064F5F-0B8E-A675-A3AF-DE421A42A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1811F-523B-42CF-B2A2-F0E1A43CAA6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0D8B3-03C6-E6F1-A4B5-DD71BB22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CBC07F-5D5D-6A49-F01B-BA52CD130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CF5FD-C568-4F36-8B18-F12B51B65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62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6DAE9E9E-94F5-25AC-4CDB-679833825EC5}"/>
              </a:ext>
            </a:extLst>
          </p:cNvPr>
          <p:cNvGrpSpPr/>
          <p:nvPr/>
        </p:nvGrpSpPr>
        <p:grpSpPr>
          <a:xfrm>
            <a:off x="1759226" y="1242391"/>
            <a:ext cx="8676861" cy="834887"/>
            <a:chOff x="1759226" y="1242391"/>
            <a:chExt cx="8676861" cy="83488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48EFE1C-E67F-1517-7558-57D512B54F98}"/>
                </a:ext>
              </a:extLst>
            </p:cNvPr>
            <p:cNvSpPr/>
            <p:nvPr/>
          </p:nvSpPr>
          <p:spPr>
            <a:xfrm>
              <a:off x="1775791" y="1242391"/>
              <a:ext cx="8640418" cy="83488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FD98C04-7385-0B6B-AB87-B3D82D0067D9}"/>
                </a:ext>
              </a:extLst>
            </p:cNvPr>
            <p:cNvSpPr txBox="1"/>
            <p:nvPr/>
          </p:nvSpPr>
          <p:spPr>
            <a:xfrm>
              <a:off x="1759226" y="1311964"/>
              <a:ext cx="86768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>
                  <a:latin typeface="Consolas" panose="020B0609020204030204" pitchFamily="49" charset="0"/>
                  <a:ea typeface="思源宋体 Heavy" panose="02020900000000000000" pitchFamily="18" charset="-122"/>
                </a:rPr>
                <a:t>std:: vector&lt;T&gt; body</a:t>
              </a:r>
              <a:endParaRPr lang="zh-CN" altLang="en-US" sz="4000" dirty="0">
                <a:latin typeface="Consolas" panose="020B0609020204030204" pitchFamily="49" charset="0"/>
                <a:ea typeface="思源宋体 Heavy" panose="02020900000000000000" pitchFamily="18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58C2FFA-3130-7480-AD3B-686D59C29E8E}"/>
              </a:ext>
            </a:extLst>
          </p:cNvPr>
          <p:cNvGrpSpPr/>
          <p:nvPr/>
        </p:nvGrpSpPr>
        <p:grpSpPr>
          <a:xfrm>
            <a:off x="1755913" y="2236303"/>
            <a:ext cx="8680176" cy="1242392"/>
            <a:chOff x="1755913" y="2713382"/>
            <a:chExt cx="8680176" cy="124239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BE9BA87-8F87-C839-0A71-0243DD430450}"/>
                </a:ext>
              </a:extLst>
            </p:cNvPr>
            <p:cNvGrpSpPr/>
            <p:nvPr/>
          </p:nvGrpSpPr>
          <p:grpSpPr>
            <a:xfrm>
              <a:off x="1755913" y="2713383"/>
              <a:ext cx="2855845" cy="1242391"/>
              <a:chOff x="1755913" y="2713383"/>
              <a:chExt cx="2855845" cy="1242391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B2181CB-55ED-1361-54E0-1B147195021F}"/>
                  </a:ext>
                </a:extLst>
              </p:cNvPr>
              <p:cNvSpPr/>
              <p:nvPr/>
            </p:nvSpPr>
            <p:spPr>
              <a:xfrm>
                <a:off x="1755913" y="2713383"/>
                <a:ext cx="2855844" cy="12423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7E6FA54-E37B-94F7-5473-BB8FAC25A7CA}"/>
                  </a:ext>
                </a:extLst>
              </p:cNvPr>
              <p:cNvSpPr txBox="1"/>
              <p:nvPr/>
            </p:nvSpPr>
            <p:spPr>
              <a:xfrm>
                <a:off x="1775792" y="3072967"/>
                <a:ext cx="28359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Consolas" panose="020B0609020204030204" pitchFamily="49" charset="0"/>
                    <a:ea typeface="思源宋体 Heavy" panose="02020900000000000000" pitchFamily="18" charset="-122"/>
                  </a:rPr>
                  <a:t>Part 1</a:t>
                </a:r>
                <a:endParaRPr lang="zh-CN" altLang="en-US" sz="2800" dirty="0">
                  <a:latin typeface="Consolas" panose="020B0609020204030204" pitchFamily="49" charset="0"/>
                  <a:ea typeface="思源宋体 Heavy" panose="02020900000000000000" pitchFamily="18" charset="-122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8AA0E8C-080E-89FA-EB17-41056871A8E7}"/>
                </a:ext>
              </a:extLst>
            </p:cNvPr>
            <p:cNvGrpSpPr/>
            <p:nvPr/>
          </p:nvGrpSpPr>
          <p:grpSpPr>
            <a:xfrm>
              <a:off x="4750904" y="2713382"/>
              <a:ext cx="2693506" cy="1242391"/>
              <a:chOff x="4750904" y="2713382"/>
              <a:chExt cx="2693506" cy="1242391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C544B6E-C845-A4B4-4EA0-3A17AE433C78}"/>
                  </a:ext>
                </a:extLst>
              </p:cNvPr>
              <p:cNvSpPr/>
              <p:nvPr/>
            </p:nvSpPr>
            <p:spPr>
              <a:xfrm>
                <a:off x="4750904" y="2713382"/>
                <a:ext cx="2693506" cy="124239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8FF78D-C0AF-ECF2-589C-6C9E45C1455A}"/>
                  </a:ext>
                </a:extLst>
              </p:cNvPr>
              <p:cNvSpPr txBox="1"/>
              <p:nvPr/>
            </p:nvSpPr>
            <p:spPr>
              <a:xfrm>
                <a:off x="4767471" y="3072967"/>
                <a:ext cx="26769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Consolas" panose="020B0609020204030204" pitchFamily="49" charset="0"/>
                    <a:ea typeface="思源宋体 Heavy" panose="02020900000000000000" pitchFamily="18" charset="-122"/>
                  </a:rPr>
                  <a:t>Gap</a:t>
                </a:r>
                <a:endParaRPr lang="zh-CN" altLang="en-US" sz="2800" dirty="0">
                  <a:latin typeface="Consolas" panose="020B0609020204030204" pitchFamily="49" charset="0"/>
                  <a:ea typeface="思源宋体 Heavy" panose="02020900000000000000" pitchFamily="18" charset="-122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2BE1197-EA7D-1D22-AC6A-C6C91AB55B9E}"/>
                </a:ext>
              </a:extLst>
            </p:cNvPr>
            <p:cNvGrpSpPr/>
            <p:nvPr/>
          </p:nvGrpSpPr>
          <p:grpSpPr>
            <a:xfrm>
              <a:off x="7580245" y="2713383"/>
              <a:ext cx="2855844" cy="1242391"/>
              <a:chOff x="7580245" y="2713383"/>
              <a:chExt cx="2855844" cy="1242391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89312EF-38D1-6D66-CB4E-0FF00A7347F8}"/>
                  </a:ext>
                </a:extLst>
              </p:cNvPr>
              <p:cNvSpPr/>
              <p:nvPr/>
            </p:nvSpPr>
            <p:spPr>
              <a:xfrm>
                <a:off x="7580245" y="2713383"/>
                <a:ext cx="2855844" cy="12423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D15597-E419-B52B-BE33-62E6F2A133BF}"/>
                  </a:ext>
                </a:extLst>
              </p:cNvPr>
              <p:cNvSpPr txBox="1"/>
              <p:nvPr/>
            </p:nvSpPr>
            <p:spPr>
              <a:xfrm>
                <a:off x="7600124" y="3072967"/>
                <a:ext cx="28127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Consolas" panose="020B0609020204030204" pitchFamily="49" charset="0"/>
                    <a:ea typeface="思源宋体 Heavy" panose="02020900000000000000" pitchFamily="18" charset="-122"/>
                  </a:rPr>
                  <a:t>Part 2</a:t>
                </a:r>
                <a:endParaRPr lang="zh-CN" altLang="en-US" sz="2800" dirty="0">
                  <a:latin typeface="Consolas" panose="020B0609020204030204" pitchFamily="49" charset="0"/>
                  <a:ea typeface="思源宋体 Heavy" panose="02020900000000000000" pitchFamily="18" charset="-122"/>
                </a:endParaRPr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551EB18-EB98-7DF8-A7EC-30660E3F7788}"/>
              </a:ext>
            </a:extLst>
          </p:cNvPr>
          <p:cNvGrpSpPr/>
          <p:nvPr/>
        </p:nvGrpSpPr>
        <p:grpSpPr>
          <a:xfrm>
            <a:off x="1775791" y="461173"/>
            <a:ext cx="8637107" cy="701705"/>
            <a:chOff x="1775791" y="461173"/>
            <a:chExt cx="8637107" cy="701705"/>
          </a:xfrm>
        </p:grpSpPr>
        <p:sp>
          <p:nvSpPr>
            <p:cNvPr id="17" name="右大括号 16">
              <a:extLst>
                <a:ext uri="{FF2B5EF4-FFF2-40B4-BE49-F238E27FC236}">
                  <a16:creationId xmlns:a16="http://schemas.microsoft.com/office/drawing/2014/main" id="{7359B2D8-C285-AC5E-9E03-58C45BC4A1C8}"/>
                </a:ext>
              </a:extLst>
            </p:cNvPr>
            <p:cNvSpPr/>
            <p:nvPr/>
          </p:nvSpPr>
          <p:spPr>
            <a:xfrm rot="16200000">
              <a:off x="5940949" y="-3309071"/>
              <a:ext cx="306791" cy="8637107"/>
            </a:xfrm>
            <a:prstGeom prst="rightBrace">
              <a:avLst>
                <a:gd name="adj1" fmla="val 8333"/>
                <a:gd name="adj2" fmla="val 50184"/>
              </a:avLst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9173175-73FC-B9F5-1FF5-E1647CFE5A1F}"/>
                </a:ext>
              </a:extLst>
            </p:cNvPr>
            <p:cNvSpPr txBox="1"/>
            <p:nvPr/>
          </p:nvSpPr>
          <p:spPr>
            <a:xfrm>
              <a:off x="4675366" y="461173"/>
              <a:ext cx="2846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>
                  <a:latin typeface="Consolas" panose="020B0609020204030204" pitchFamily="49" charset="0"/>
                </a:rPr>
                <a:t>body.size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7CBE2FB-7FA2-1EC1-BF12-102C16D25CA8}"/>
              </a:ext>
            </a:extLst>
          </p:cNvPr>
          <p:cNvGrpSpPr/>
          <p:nvPr/>
        </p:nvGrpSpPr>
        <p:grpSpPr>
          <a:xfrm>
            <a:off x="1775791" y="3527071"/>
            <a:ext cx="2899575" cy="865202"/>
            <a:chOff x="1775791" y="3527071"/>
            <a:chExt cx="2899575" cy="865202"/>
          </a:xfrm>
        </p:grpSpPr>
        <p:sp>
          <p:nvSpPr>
            <p:cNvPr id="19" name="右大括号 18">
              <a:extLst>
                <a:ext uri="{FF2B5EF4-FFF2-40B4-BE49-F238E27FC236}">
                  <a16:creationId xmlns:a16="http://schemas.microsoft.com/office/drawing/2014/main" id="{15A7FF79-9B4A-C9F4-8DA9-912BC736F65F}"/>
                </a:ext>
              </a:extLst>
            </p:cNvPr>
            <p:cNvSpPr/>
            <p:nvPr/>
          </p:nvSpPr>
          <p:spPr>
            <a:xfrm rot="5400000">
              <a:off x="3035635" y="2267227"/>
              <a:ext cx="336155" cy="2855843"/>
            </a:xfrm>
            <a:prstGeom prst="rightBrace">
              <a:avLst>
                <a:gd name="adj1" fmla="val 8333"/>
                <a:gd name="adj2" fmla="val 50184"/>
              </a:avLst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E9C3018-FFCF-769F-2D4E-8C4FB51F515F}"/>
                </a:ext>
              </a:extLst>
            </p:cNvPr>
            <p:cNvSpPr txBox="1"/>
            <p:nvPr/>
          </p:nvSpPr>
          <p:spPr>
            <a:xfrm>
              <a:off x="1828799" y="4022941"/>
              <a:ext cx="2846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part1Length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E2C3321-F6C7-9345-553A-805DD58CF593}"/>
              </a:ext>
            </a:extLst>
          </p:cNvPr>
          <p:cNvGrpSpPr/>
          <p:nvPr/>
        </p:nvGrpSpPr>
        <p:grpSpPr>
          <a:xfrm>
            <a:off x="4767472" y="3527071"/>
            <a:ext cx="2693506" cy="865202"/>
            <a:chOff x="1775791" y="3527071"/>
            <a:chExt cx="2899575" cy="865202"/>
          </a:xfrm>
        </p:grpSpPr>
        <p:sp>
          <p:nvSpPr>
            <p:cNvPr id="24" name="右大括号 23">
              <a:extLst>
                <a:ext uri="{FF2B5EF4-FFF2-40B4-BE49-F238E27FC236}">
                  <a16:creationId xmlns:a16="http://schemas.microsoft.com/office/drawing/2014/main" id="{59C72B26-97FB-EF8F-2EA3-8107B39EB648}"/>
                </a:ext>
              </a:extLst>
            </p:cNvPr>
            <p:cNvSpPr/>
            <p:nvPr/>
          </p:nvSpPr>
          <p:spPr>
            <a:xfrm rot="5400000">
              <a:off x="3035635" y="2267227"/>
              <a:ext cx="336155" cy="2855843"/>
            </a:xfrm>
            <a:prstGeom prst="rightBrace">
              <a:avLst>
                <a:gd name="adj1" fmla="val 8333"/>
                <a:gd name="adj2" fmla="val 50184"/>
              </a:avLst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2F654A5-F7B9-3640-5A28-A4AC935C8505}"/>
                </a:ext>
              </a:extLst>
            </p:cNvPr>
            <p:cNvSpPr txBox="1"/>
            <p:nvPr/>
          </p:nvSpPr>
          <p:spPr>
            <a:xfrm>
              <a:off x="1828799" y="4022941"/>
              <a:ext cx="2846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>
                  <a:latin typeface="Consolas" panose="020B0609020204030204" pitchFamily="49" charset="0"/>
                </a:rPr>
                <a:t>gapLength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0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25A0940-61D1-A73D-6A9F-E447C3DC9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083744"/>
              </p:ext>
            </p:extLst>
          </p:nvPr>
        </p:nvGraphicFramePr>
        <p:xfrm>
          <a:off x="8035445" y="123913"/>
          <a:ext cx="2826011" cy="6610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558">
                  <a:extLst>
                    <a:ext uri="{9D8B030D-6E8A-4147-A177-3AD203B41FA5}">
                      <a16:colId xmlns:a16="http://schemas.microsoft.com/office/drawing/2014/main" val="354548287"/>
                    </a:ext>
                  </a:extLst>
                </a:gridCol>
                <a:gridCol w="2129453">
                  <a:extLst>
                    <a:ext uri="{9D8B030D-6E8A-4147-A177-3AD203B41FA5}">
                      <a16:colId xmlns:a16="http://schemas.microsoft.com/office/drawing/2014/main" val="156750191"/>
                    </a:ext>
                  </a:extLst>
                </a:gridCol>
              </a:tblGrid>
              <a:tr h="35625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Gap Buffer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336332"/>
                  </a:ext>
                </a:extLst>
              </a:tr>
              <a:tr h="296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Index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Char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43261"/>
                  </a:ext>
                </a:extLst>
              </a:tr>
              <a:tr h="296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191714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31823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28930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748620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37590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(space)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534801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6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GAP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985484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7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GAP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887249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GAP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62674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9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GAP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237777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10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79068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11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W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14072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12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179318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13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R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003195"/>
                  </a:ext>
                </a:extLst>
              </a:tr>
              <a:tr h="296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14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306035"/>
                  </a:ext>
                </a:extLst>
              </a:tr>
              <a:tr h="296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15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16569"/>
                  </a:ext>
                </a:extLst>
              </a:tr>
              <a:tr h="349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16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\n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056959"/>
                  </a:ext>
                </a:extLst>
              </a:tr>
              <a:tr h="349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17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93006"/>
                  </a:ext>
                </a:extLst>
              </a:tr>
              <a:tr h="349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18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onsolas" panose="020B0609020204030204" pitchFamily="49" charset="0"/>
                        </a:rPr>
                        <a:t>K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32263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C05E3F-42F2-BE72-55C9-C258EC65D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422193"/>
              </p:ext>
            </p:extLst>
          </p:nvPr>
        </p:nvGraphicFramePr>
        <p:xfrm>
          <a:off x="1868465" y="1996554"/>
          <a:ext cx="2826011" cy="19369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6558">
                  <a:extLst>
                    <a:ext uri="{9D8B030D-6E8A-4147-A177-3AD203B41FA5}">
                      <a16:colId xmlns:a16="http://schemas.microsoft.com/office/drawing/2014/main" val="354548287"/>
                    </a:ext>
                  </a:extLst>
                </a:gridCol>
                <a:gridCol w="2129453">
                  <a:extLst>
                    <a:ext uri="{9D8B030D-6E8A-4147-A177-3AD203B41FA5}">
                      <a16:colId xmlns:a16="http://schemas.microsoft.com/office/drawing/2014/main" val="156750191"/>
                    </a:ext>
                  </a:extLst>
                </a:gridCol>
              </a:tblGrid>
              <a:tr h="35625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LineVector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336332"/>
                  </a:ext>
                </a:extLst>
              </a:tr>
              <a:tr h="296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Line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Start Position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43261"/>
                  </a:ext>
                </a:extLst>
              </a:tr>
              <a:tr h="296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4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sz="14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191714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11</a:t>
                      </a:r>
                      <a:endParaRPr lang="zh-CN" altLang="en-US" sz="14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31823"/>
                  </a:ext>
                </a:extLst>
              </a:tr>
              <a:tr h="30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4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17</a:t>
                      </a:r>
                      <a:endParaRPr lang="zh-CN" altLang="en-US" sz="14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28930"/>
                  </a:ext>
                </a:extLst>
              </a:tr>
              <a:tr h="349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sz="14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sz="14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93006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D93DD85-50FB-3D0A-55DC-22EA26AB5946}"/>
              </a:ext>
            </a:extLst>
          </p:cNvPr>
          <p:cNvCxnSpPr/>
          <p:nvPr/>
        </p:nvCxnSpPr>
        <p:spPr>
          <a:xfrm flipV="1">
            <a:off x="4694476" y="926841"/>
            <a:ext cx="3340969" cy="1903445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91B2D4E-0526-656B-4032-D7CC53DE9A93}"/>
              </a:ext>
            </a:extLst>
          </p:cNvPr>
          <p:cNvCxnSpPr>
            <a:cxnSpLocks/>
          </p:cNvCxnSpPr>
          <p:nvPr/>
        </p:nvCxnSpPr>
        <p:spPr>
          <a:xfrm>
            <a:off x="4694476" y="3148286"/>
            <a:ext cx="3340969" cy="1171714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05C7064-A36D-DE84-2BE0-06F94680E599}"/>
              </a:ext>
            </a:extLst>
          </p:cNvPr>
          <p:cNvCxnSpPr>
            <a:cxnSpLocks/>
          </p:cNvCxnSpPr>
          <p:nvPr/>
        </p:nvCxnSpPr>
        <p:spPr>
          <a:xfrm>
            <a:off x="4694476" y="3429000"/>
            <a:ext cx="3340969" cy="277020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269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75</Words>
  <Application>Microsoft Office PowerPoint</Application>
  <PresentationFormat>宽屏</PresentationFormat>
  <Paragraphs>59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 Li</dc:creator>
  <cp:lastModifiedBy>Lil Li</cp:lastModifiedBy>
  <cp:revision>5</cp:revision>
  <dcterms:created xsi:type="dcterms:W3CDTF">2025-11-20T11:41:18Z</dcterms:created>
  <dcterms:modified xsi:type="dcterms:W3CDTF">2025-11-20T12:30:21Z</dcterms:modified>
</cp:coreProperties>
</file>